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924"/>
    <p:restoredTop sz="93394"/>
  </p:normalViewPr>
  <p:slideViewPr>
    <p:cSldViewPr snapToGrid="0">
      <p:cViewPr varScale="1">
        <p:scale>
          <a:sx n="93" d="100"/>
          <a:sy n="93" d="100"/>
        </p:scale>
        <p:origin x="240" y="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B90F9-E0B2-F469-1AE0-745A90CC9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3FDC6D-582A-90B3-2A17-5695A78FFC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86C614-B1FA-74D5-F20D-86AAC2927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2060-E395-154B-A7B2-08C3B35A8079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DCF97-6467-7C87-1451-E1E13D8C7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9395F8-4384-020D-CE3C-AA3D5210F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E4B01-DB36-934D-AB58-AC0F486914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6898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D1085-F24C-B49B-3950-B8416381E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EDC61C-1A47-0EFE-03FD-196EB18374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FC659D-9414-ACD3-233E-FA139D35D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2060-E395-154B-A7B2-08C3B35A8079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3AAD56-05FB-B391-13C1-7D60325FD9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57D74A-D8A9-3A09-B1EE-58FD319D7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E4B01-DB36-934D-AB58-AC0F486914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476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DEDD2-F0E5-CD7C-8F45-457C2E852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29291B-178C-5162-077F-8FA4CE0B95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EF255-0034-60B0-1C23-8B8BE0601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2060-E395-154B-A7B2-08C3B35A8079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ED07C4-C142-9837-C73C-AB2BEF8DA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4C6210-57D0-4584-A0DF-D97738451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E4B01-DB36-934D-AB58-AC0F486914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904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64E96-5E98-6B26-A949-0C4BC99AB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B2201D-4738-A068-D10B-4F29D6FC4B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74511B-030B-7EF7-ADA5-98FE922B1B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265EB5-96CD-1E41-40BB-AB93F975D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2060-E395-154B-A7B2-08C3B35A8079}" type="datetimeFigureOut">
              <a:rPr lang="en-US" smtClean="0"/>
              <a:t>12/4/25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07C4AE-0C06-EDED-316B-E8D8D425A4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5396D3-3F03-95B9-34A9-996731E03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E4B01-DB36-934D-AB58-AC0F486914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736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B8146-1D20-B41D-74BB-A37D0499E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024839-2F35-0D09-59F6-22F732A886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50D880-A7B6-3849-D6EB-B1ACC80C1F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FDC488-5E0E-7CFE-DEAE-D07B1B964B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AD67AE-6E25-1120-9846-396FE41780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FBBAA30-D4EE-5773-04FD-25427E9D9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2060-E395-154B-A7B2-08C3B35A8079}" type="datetimeFigureOut">
              <a:rPr lang="en-US" smtClean="0"/>
              <a:t>12/4/25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94E5EB-A070-8743-7B9E-D599FCA9C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2C3A067-28E7-2A1E-5EE4-10E5BFB65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E4B01-DB36-934D-AB58-AC0F486914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32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2D7D8-0A13-1FCD-52B3-FA7DA0209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A5FCC4-EE6E-F6EF-67E8-31AED4AF8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2060-E395-154B-A7B2-08C3B35A8079}" type="datetimeFigureOut">
              <a:rPr lang="en-US" smtClean="0"/>
              <a:t>12/4/25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0A5935-A4E4-820C-1FCE-8F72DD1CA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1CBC51-AFCB-2029-5FF5-6D9983A15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E4B01-DB36-934D-AB58-AC0F486914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3967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7A2976-6565-D55A-3080-4CCCB968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2060-E395-154B-A7B2-08C3B35A8079}" type="datetimeFigureOut">
              <a:rPr lang="en-US" smtClean="0"/>
              <a:t>12/4/25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12CB6E-1FA3-5C15-D4E5-028313612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331273-7DF3-74E2-05D2-2F721290E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E4B01-DB36-934D-AB58-AC0F486914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0106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BABFF-2C46-74FF-7ADE-7C32BC48E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82C4B-0D90-CCB1-5C02-A7921FB814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0D5582-0E73-56AA-4876-23B0105873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76B7D5-3A7F-6EBA-DAFC-EEB6C1E004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2060-E395-154B-A7B2-08C3B35A8079}" type="datetimeFigureOut">
              <a:rPr lang="en-US" smtClean="0"/>
              <a:t>12/4/25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AA24FE-C87C-AF44-7034-AFE68EF75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8147AA-423E-EA50-B34D-4AC44B933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E4B01-DB36-934D-AB58-AC0F486914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737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2D758-6500-E20C-071C-A041526C2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386B26-97AE-AA32-8D56-3745421044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36AA39-2EAC-BEEC-CC33-572BAC6AD3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8459A6-3164-CA6A-6473-B17B5AA639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2060-E395-154B-A7B2-08C3B35A8079}" type="datetimeFigureOut">
              <a:rPr lang="en-US" smtClean="0"/>
              <a:t>12/4/25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A969B0-4081-B1E6-D095-F0B4005CF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F432D7-998D-6ACA-90EA-8EC8E48DC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E4B01-DB36-934D-AB58-AC0F486914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969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4CFD6-5456-934C-5BDE-D8FBB564F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173D41-6420-83D3-F8F2-CA4490E919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FABE67-3DFB-70D6-9D0B-C3BB7E75A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2060-E395-154B-A7B2-08C3B35A8079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2E6E7D-125C-5AFD-B28F-09E35251B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C909B1-139B-2AAA-A6E9-F8BB29631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E4B01-DB36-934D-AB58-AC0F486914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090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0138F3-079C-E350-CF0B-822D446F54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493342-36DA-E5ED-1D3B-FB5DB142F4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E0199A-61C5-BE1A-688A-4E97C88DE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2060-E395-154B-A7B2-08C3B35A8079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2B1076-B3AF-5178-77DA-A2BD07E70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1E20F3-3B06-2966-AE17-5422E62EE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E4B01-DB36-934D-AB58-AC0F486914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835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29FA6D-E6CC-9342-FAC2-0253144CC8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E1C9DB-7B78-2DCB-E99D-CB84FD5FF1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0408B8-2703-4857-EF97-4BE4098EB8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722060-E395-154B-A7B2-08C3B35A8079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D19E7A-45AF-C103-DD7F-B57CB49C90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4FA51-7D9F-8EA6-B348-88339F81F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0E4B01-DB36-934D-AB58-AC0F486914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5167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7769C-F596-689D-EA05-CC7EF31453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2975" y="1220778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Fat-Tree QRAM: a high-bandwidth shared quantum memory architecture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A2343C-7A26-029D-C8C0-798787C327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176331" y="3735545"/>
            <a:ext cx="9144000" cy="1655762"/>
          </a:xfrm>
        </p:spPr>
        <p:txBody>
          <a:bodyPr/>
          <a:lstStyle/>
          <a:p>
            <a:r>
              <a:rPr lang="en-US" dirty="0"/>
              <a:t>Alex Newsham (amn57), Oliver Fogelin (of284)</a:t>
            </a:r>
          </a:p>
        </p:txBody>
      </p:sp>
    </p:spTree>
    <p:extLst>
      <p:ext uri="{BB962C8B-B14F-4D97-AF65-F5344CB8AC3E}">
        <p14:creationId xmlns:p14="http://schemas.microsoft.com/office/powerpoint/2010/main" val="1387601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6162E-D3C3-CB79-A1FE-F5565034C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D6E3A3-1B27-F7C4-9E53-BFBF5E9D6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8DC9C3-EE4C-EDBC-3441-53D1D670CF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9055" y="493828"/>
            <a:ext cx="5100545" cy="109857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23E2270-A362-6610-7AD9-B6A2FB915E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" y="1592407"/>
            <a:ext cx="5943600" cy="5156200"/>
          </a:xfrm>
          <a:prstGeom prst="rect">
            <a:avLst/>
          </a:prstGeom>
        </p:spPr>
      </p:pic>
      <p:cxnSp>
        <p:nvCxnSpPr>
          <p:cNvPr id="7" name="Curved Connector 6">
            <a:extLst>
              <a:ext uri="{FF2B5EF4-FFF2-40B4-BE49-F238E27FC236}">
                <a16:creationId xmlns:a16="http://schemas.microsoft.com/office/drawing/2014/main" id="{A6C8E6D5-173F-2875-7C34-9AC85B6B1AC8}"/>
              </a:ext>
            </a:extLst>
          </p:cNvPr>
          <p:cNvCxnSpPr>
            <a:cxnSpLocks/>
            <a:stCxn id="4" idx="2"/>
          </p:cNvCxnSpPr>
          <p:nvPr/>
        </p:nvCxnSpPr>
        <p:spPr>
          <a:xfrm rot="5400000">
            <a:off x="6376326" y="469027"/>
            <a:ext cx="1989623" cy="4236382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46965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249D5-B7B8-49EF-3242-21B2167F0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BB QRAM: Quantum Router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F5E2A-2990-B2DF-6DCA-AAE469B3FE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CBF778-6133-1080-54EB-37276BED2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700" y="1742931"/>
            <a:ext cx="5194300" cy="518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81726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4551C-4B5C-A03B-F230-981FFE4BD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BDF3E-27AB-2F50-52DC-2E5420ED0A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379A30-337C-B55E-07B2-241C974975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409" y="559638"/>
            <a:ext cx="7772400" cy="561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0380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0A774-F12E-A49A-1D22-D719F89FA3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Query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4444A4-1AA4-BF8D-EAEF-CBD7665204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C524662-B3A5-96CA-78E9-4D1E6DE560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16" y="1004623"/>
            <a:ext cx="9269321" cy="3629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9854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BDFAB-C846-520D-5F14-B74A81FA81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8588"/>
            <a:ext cx="10515600" cy="1325563"/>
          </a:xfrm>
        </p:spPr>
        <p:txBody>
          <a:bodyPr/>
          <a:lstStyle/>
          <a:p>
            <a:r>
              <a:rPr lang="en-US" dirty="0"/>
              <a:t>Fat-Tree construction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913356-4E7B-E58E-D94E-DAC50A7184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BAB99E-B43D-0CEC-F75A-FEE659762A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03" y="1387619"/>
            <a:ext cx="7024885" cy="4457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2427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29</Words>
  <Application>Microsoft Macintosh PowerPoint</Application>
  <PresentationFormat>Widescreen</PresentationFormat>
  <Paragraphs>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Fat-Tree QRAM: a high-bandwidth shared quantum memory architecture</vt:lpstr>
      <vt:lpstr>QRAM</vt:lpstr>
      <vt:lpstr>BB QRAM: Quantum Router</vt:lpstr>
      <vt:lpstr>PowerPoint Presentation</vt:lpstr>
      <vt:lpstr>Query path</vt:lpstr>
      <vt:lpstr>Fat-Tree construction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Oliver Fogelin</dc:creator>
  <cp:lastModifiedBy>Oliver Fogelin</cp:lastModifiedBy>
  <cp:revision>8</cp:revision>
  <dcterms:created xsi:type="dcterms:W3CDTF">2025-12-04T18:58:10Z</dcterms:created>
  <dcterms:modified xsi:type="dcterms:W3CDTF">2025-12-04T19:48:31Z</dcterms:modified>
</cp:coreProperties>
</file>