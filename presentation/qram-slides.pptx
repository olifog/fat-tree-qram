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24"/>
    <p:restoredTop sz="93394"/>
  </p:normalViewPr>
  <p:slideViewPr>
    <p:cSldViewPr snapToGrid="0">
      <p:cViewPr varScale="1">
        <p:scale>
          <a:sx n="60" d="100"/>
          <a:sy n="60" d="100"/>
        </p:scale>
        <p:origin x="34" y="11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B90F9-E0B2-F469-1AE0-745A90CC9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3FDC6D-582A-90B3-2A17-5695A78FF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6C614-B1FA-74D5-F20D-86AAC2927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2060-E395-154B-A7B2-08C3B35A807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DCF97-6467-7C87-1451-E1E13D8C7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395F8-4384-020D-CE3C-AA3D5210F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4B01-DB36-934D-AB58-AC0F4869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89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D1085-F24C-B49B-3950-B8416381E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DC61C-1A47-0EFE-03FD-196EB1837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C659D-9414-ACD3-233E-FA139D35D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2060-E395-154B-A7B2-08C3B35A807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AAD56-05FB-B391-13C1-7D60325FD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7D74A-D8A9-3A09-B1EE-58FD319D7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4B01-DB36-934D-AB58-AC0F4869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476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DEDD2-F0E5-CD7C-8F45-457C2E852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9291B-178C-5162-077F-8FA4CE0B9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EF255-0034-60B0-1C23-8B8BE0601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2060-E395-154B-A7B2-08C3B35A807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D07C4-C142-9837-C73C-AB2BEF8DA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C6210-57D0-4584-A0DF-D97738451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4B01-DB36-934D-AB58-AC0F4869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90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64E96-5E98-6B26-A949-0C4BC99AB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2201D-4738-A068-D10B-4F29D6FC4B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74511B-030B-7EF7-ADA5-98FE922B1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65EB5-96CD-1E41-40BB-AB93F975D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2060-E395-154B-A7B2-08C3B35A807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07C4AE-0C06-EDED-316B-E8D8D425A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396D3-3F03-95B9-34A9-996731E0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4B01-DB36-934D-AB58-AC0F4869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36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B8146-1D20-B41D-74BB-A37D0499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24839-2F35-0D09-59F6-22F732A88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0D880-A7B6-3849-D6EB-B1ACC80C1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FDC488-5E0E-7CFE-DEAE-D07B1B964B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AD67AE-6E25-1120-9846-396FE41780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BAA30-D4EE-5773-04FD-25427E9D9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2060-E395-154B-A7B2-08C3B35A807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94E5EB-A070-8743-7B9E-D599FCA9C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C3A067-28E7-2A1E-5EE4-10E5BFB65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4B01-DB36-934D-AB58-AC0F4869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2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2D7D8-0A13-1FCD-52B3-FA7DA0209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5FCC4-EE6E-F6EF-67E8-31AED4AF8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2060-E395-154B-A7B2-08C3B35A807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0A5935-A4E4-820C-1FCE-8F72DD1CA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1CBC51-AFCB-2029-5FF5-6D9983A15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4B01-DB36-934D-AB58-AC0F4869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396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7A2976-6565-D55A-3080-4CCCB968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2060-E395-154B-A7B2-08C3B35A807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2CB6E-1FA3-5C15-D4E5-028313612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31273-7DF3-74E2-05D2-2F721290E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4B01-DB36-934D-AB58-AC0F4869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010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BABFF-2C46-74FF-7ADE-7C32BC48E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82C4B-0D90-CCB1-5C02-A7921FB81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D5582-0E73-56AA-4876-23B010587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B7D5-3A7F-6EBA-DAFC-EEB6C1E00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2060-E395-154B-A7B2-08C3B35A807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A24FE-C87C-AF44-7034-AFE68EF75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147AA-423E-EA50-B34D-4AC44B933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4B01-DB36-934D-AB58-AC0F4869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37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2D758-6500-E20C-071C-A041526C2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386B26-97AE-AA32-8D56-3745421044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6AA39-2EAC-BEEC-CC33-572BAC6AD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459A6-3164-CA6A-6473-B17B5AA63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2060-E395-154B-A7B2-08C3B35A807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969B0-4081-B1E6-D095-F0B4005CF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432D7-998D-6ACA-90EA-8EC8E48DC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4B01-DB36-934D-AB58-AC0F4869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6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4CFD6-5456-934C-5BDE-D8FBB564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173D41-6420-83D3-F8F2-CA4490E91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ABE67-3DFB-70D6-9D0B-C3BB7E75A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2060-E395-154B-A7B2-08C3B35A807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E6E7D-125C-5AFD-B28F-09E35251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909B1-139B-2AAA-A6E9-F8BB29631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4B01-DB36-934D-AB58-AC0F4869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90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0138F3-079C-E350-CF0B-822D446F54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93342-36DA-E5ED-1D3B-FB5DB142F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0199A-61C5-BE1A-688A-4E97C88D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2060-E395-154B-A7B2-08C3B35A807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B1076-B3AF-5178-77DA-A2BD07E70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E20F3-3B06-2966-AE17-5422E62EE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4B01-DB36-934D-AB58-AC0F4869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35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29FA6D-E6CC-9342-FAC2-0253144CC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1C9DB-7B78-2DCB-E99D-CB84FD5FF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408B8-2703-4857-EF97-4BE4098EB8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722060-E395-154B-A7B2-08C3B35A807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19E7A-45AF-C103-DD7F-B57CB49C90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4FA51-7D9F-8EA6-B348-88339F81F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0E4B01-DB36-934D-AB58-AC0F48691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16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769C-F596-689D-EA05-CC7EF3145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2975" y="122077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Fat-Tree QRAM: a high-bandwidth shared quantum memory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A2343C-7A26-029D-C8C0-798787C32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76331" y="3735545"/>
            <a:ext cx="9144000" cy="1655762"/>
          </a:xfrm>
        </p:spPr>
        <p:txBody>
          <a:bodyPr/>
          <a:lstStyle/>
          <a:p>
            <a:r>
              <a:rPr lang="en-US" dirty="0"/>
              <a:t>Alex Newsham (amn57), Oliver Fogelin (of284)</a:t>
            </a:r>
          </a:p>
        </p:txBody>
      </p:sp>
    </p:spTree>
    <p:extLst>
      <p:ext uri="{BB962C8B-B14F-4D97-AF65-F5344CB8AC3E}">
        <p14:creationId xmlns:p14="http://schemas.microsoft.com/office/powerpoint/2010/main" val="1387601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6162E-D3C3-CB79-A1FE-F5565034C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6E3A3-1B27-F7C4-9E53-BFBF5E9D6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8DC9C3-EE4C-EDBC-3441-53D1D670C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055" y="493828"/>
            <a:ext cx="5100545" cy="10985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3E2270-A362-6610-7AD9-B6A2FB915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92407"/>
            <a:ext cx="5943600" cy="5156200"/>
          </a:xfrm>
          <a:prstGeom prst="rect">
            <a:avLst/>
          </a:prstGeom>
        </p:spPr>
      </p:pic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A6C8E6D5-173F-2875-7C34-9AC85B6B1AC8}"/>
              </a:ext>
            </a:extLst>
          </p:cNvPr>
          <p:cNvCxnSpPr>
            <a:cxnSpLocks/>
            <a:stCxn id="4" idx="2"/>
          </p:cNvCxnSpPr>
          <p:nvPr/>
        </p:nvCxnSpPr>
        <p:spPr>
          <a:xfrm rot="5400000">
            <a:off x="6376326" y="469027"/>
            <a:ext cx="1989623" cy="4236382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696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249D5-B7B8-49EF-3242-21B2167F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BB QRAM: Quantum Router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F5E2A-2990-B2DF-6DCA-AAE469B3F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CBF778-6133-1080-54EB-37276BED2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00" y="1742931"/>
            <a:ext cx="51943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172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4551C-4B5C-A03B-F230-981FFE4BD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BDF3E-27AB-2F50-52DC-2E5420ED0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379A30-337C-B55E-07B2-241C97497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09" y="559638"/>
            <a:ext cx="7772400" cy="561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038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0A774-F12E-A49A-1D22-D719F89FA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Query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444A4-1AA4-BF8D-EAEF-CBD766520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524662-B3A5-96CA-78E9-4D1E6DE56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16" y="1004623"/>
            <a:ext cx="9269321" cy="362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985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BDFAB-C846-520D-5F14-B74A81FA8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588"/>
            <a:ext cx="10515600" cy="1325563"/>
          </a:xfrm>
        </p:spPr>
        <p:txBody>
          <a:bodyPr/>
          <a:lstStyle/>
          <a:p>
            <a:r>
              <a:rPr lang="en-US" dirty="0"/>
              <a:t>Fat-Tree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13356-4E7B-E58E-D94E-DAC50A718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BAB99E-B43D-0CEC-F75A-FEE659762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03" y="1387619"/>
            <a:ext cx="7024885" cy="445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242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A751B-45A4-9BBD-182F-1A8864B8B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 err="1"/>
              <a:t>Qiskit</a:t>
            </a:r>
            <a:r>
              <a:rPr lang="en-GB" dirty="0"/>
              <a:t> Generated Circuits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81B249-D880-AC88-BE95-72FFAA18C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269" y="1168460"/>
            <a:ext cx="8773408" cy="543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171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E4EE8-DBCD-2888-4890-71434A30F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06D78-1143-82D6-169B-8316731D6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IBM Quantum Suite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196518-7523-94FC-8E60-285FA72D5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703" y="1054100"/>
            <a:ext cx="5685854" cy="580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475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CAEE8-1D82-434C-1704-2792BA46A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0E568-FB50-AA59-6AB2-4C491F3AB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BA460E-51B0-2208-66F5-C60F90AC8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438" y="1867607"/>
            <a:ext cx="6474769" cy="344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367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E3D59-AF7D-0165-C362-25A9C1714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3E4B1-7826-A79F-7503-17D525910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Number of Qubits for n-size QRAM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DB1C42-1E4B-AD76-A965-2399039C9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700" y="2361316"/>
            <a:ext cx="2596244" cy="1009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F5C09A-2914-096F-E392-811A21D83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700" y="3943343"/>
            <a:ext cx="7211558" cy="14954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398E00-96EE-72A4-0B08-422B7682D1BD}"/>
              </a:ext>
            </a:extLst>
          </p:cNvPr>
          <p:cNvSpPr txBox="1"/>
          <p:nvPr/>
        </p:nvSpPr>
        <p:spPr>
          <a:xfrm>
            <a:off x="127000" y="2361316"/>
            <a:ext cx="36957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	  BB QRAM:</a:t>
            </a:r>
            <a:br>
              <a:rPr lang="en-GB" sz="4000" dirty="0"/>
            </a:br>
            <a:br>
              <a:rPr lang="en-GB" sz="4000" dirty="0"/>
            </a:br>
            <a:br>
              <a:rPr lang="en-GB" sz="4000" dirty="0"/>
            </a:br>
            <a:r>
              <a:rPr lang="en-GB" sz="4000" dirty="0"/>
              <a:t>Fat-Tree QRAM:</a:t>
            </a:r>
          </a:p>
        </p:txBody>
      </p:sp>
    </p:spTree>
    <p:extLst>
      <p:ext uri="{BB962C8B-B14F-4D97-AF65-F5344CB8AC3E}">
        <p14:creationId xmlns:p14="http://schemas.microsoft.com/office/powerpoint/2010/main" val="404222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CE633-D9E0-F572-156D-FEB333C5E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7E47D-FD9E-6321-B3F9-9C52C673A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Increase in number of swaps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4BCCB6-DCFA-5B2A-F735-E1AFC27E7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824" y="4503707"/>
            <a:ext cx="9145379" cy="15874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15B8FD-BB71-114B-2BCE-8EDDC8BEB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1786155"/>
            <a:ext cx="7115450" cy="7906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CF525C-9C3D-6996-F36F-8EF8807AE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824" y="3037352"/>
            <a:ext cx="6292156" cy="7096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84FB874-C04A-0A90-6495-DAE973C89F81}"/>
              </a:ext>
            </a:extLst>
          </p:cNvPr>
          <p:cNvSpPr txBox="1"/>
          <p:nvPr/>
        </p:nvSpPr>
        <p:spPr>
          <a:xfrm>
            <a:off x="457200" y="1325563"/>
            <a:ext cx="2641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BB QRAM Gate count:</a:t>
            </a:r>
            <a:br>
              <a:rPr lang="en-GB" sz="3600" dirty="0"/>
            </a:br>
            <a:br>
              <a:rPr lang="en-GB" sz="3600" dirty="0"/>
            </a:br>
            <a:r>
              <a:rPr lang="en-GB" sz="3600" dirty="0"/>
              <a:t>Additional SWAPS:</a:t>
            </a:r>
          </a:p>
          <a:p>
            <a:endParaRPr lang="en-GB" sz="3600" dirty="0"/>
          </a:p>
          <a:p>
            <a:r>
              <a:rPr lang="en-GB" sz="3600" dirty="0"/>
              <a:t>Increase: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626299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FD9F8-9F44-71F3-2BCA-2D9E4581E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FD098-E76D-AD19-CE10-492CFA8D9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2300" y="2311400"/>
            <a:ext cx="11976100" cy="1528763"/>
          </a:xfrm>
        </p:spPr>
        <p:txBody>
          <a:bodyPr>
            <a:normAutofit/>
          </a:bodyPr>
          <a:lstStyle/>
          <a:p>
            <a:r>
              <a:rPr lang="en-GB" sz="6000" dirty="0"/>
              <a:t>Thank you for listening!!!</a:t>
            </a:r>
          </a:p>
        </p:txBody>
      </p:sp>
    </p:spTree>
    <p:extLst>
      <p:ext uri="{BB962C8B-B14F-4D97-AF65-F5344CB8AC3E}">
        <p14:creationId xmlns:p14="http://schemas.microsoft.com/office/powerpoint/2010/main" val="3189879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75</Words>
  <Application>Microsoft Office PowerPoint</Application>
  <PresentationFormat>Widescreen</PresentationFormat>
  <Paragraphs>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Fat-Tree QRAM: a high-bandwidth shared quantum memory architecture</vt:lpstr>
      <vt:lpstr>QRAM</vt:lpstr>
      <vt:lpstr>BB QRAM: Quantum Router</vt:lpstr>
      <vt:lpstr>PowerPoint Presentation</vt:lpstr>
      <vt:lpstr>Query path</vt:lpstr>
      <vt:lpstr>Fat-Tree construction</vt:lpstr>
      <vt:lpstr>Qiskit Generated Circuits</vt:lpstr>
      <vt:lpstr>IBM Quantum Suite</vt:lpstr>
      <vt:lpstr>Implementation</vt:lpstr>
      <vt:lpstr>Number of Qubits for n-size QRAM</vt:lpstr>
      <vt:lpstr>Increase in number of swaps</vt:lpstr>
      <vt:lpstr>Thank you for listening!!!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Fogelin</dc:creator>
  <cp:lastModifiedBy>Alex Newsham</cp:lastModifiedBy>
  <cp:revision>9</cp:revision>
  <dcterms:created xsi:type="dcterms:W3CDTF">2025-12-04T18:58:10Z</dcterms:created>
  <dcterms:modified xsi:type="dcterms:W3CDTF">2025-12-04T21:32:57Z</dcterms:modified>
</cp:coreProperties>
</file>